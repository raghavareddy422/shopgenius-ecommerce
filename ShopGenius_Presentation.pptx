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ShopGenius</a:t>
            </a:r>
            <a:pPr indent="0" marL="0">
              <a:buNone/>
            </a:pPr>
            <a:r>
              <a:rPr lang="en-US" sz="6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Smart E-Commerce Platform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Price Negotiation  |  Algorithmic Fraud Scoring  |  Smart Recovery Logs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846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Architecture: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21  •  Spring Boot 3.x  •  PostgreSQL &amp; Redis  •  Vanilla JS client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in Modern Retail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ShopGenius Enterprise E-Commerce Platform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E-COMMERCE LANDSCAPE CHALLENGES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Static Pricing Model: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pricing fails to capture price-sensitive segments, hurting conversion.
</a:t>
            </a:r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Cart Abandonment: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70% of shopping carts are abandoned without proactive recovery hooks.
</a:t>
            </a:r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Payment Fraud &amp; Bots: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stores are vulnerable to credential testing and checkout fraud.
</a:t>
            </a:r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Heavy Client Load: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Over-bloated framework bundles delay page rendering and lower search ranking.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SHOPGENIUS 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Price Negotiation Engine: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Gamified bargaining portal converts passive sessions to immediate sales.
</a:t>
            </a:r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Smart Analytics Watchers: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recovery logs and user-defined price watch subscriptions.
</a:t>
            </a:r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Algorithmic Fraud Scoring: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and blocks bad-faith checkout activities in real time.
</a:t>
            </a:r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Performance Vanilla Stack: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DOM logic, vanilla JS assets, and semantic SEO layouts.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Static Sales into Dynamic Conversations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ShopGenius Enterprise E-Commerce Platform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Submits Bid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enter their custom target offer price inside the details sidebar chat modal.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63440" y="2377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Math Evaluation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checks the bid against cost margins, active inventory counts, and user loyalty points.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21040" y="2377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Bargain Result Logic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283464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 accepts the bid, proposes a compromise counter-offer, or triggers final offer constraints.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4846320"/>
            <a:ext cx="10698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530352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Gamifies the shopping experience to capture bargain-hunting consumers, increases average order values, and enables price flexibility without diluting brand value across the public catalog.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Security and Margin Risk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ShopGenius Enterprise E-Commerce Platform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62179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BEHAVIORAL SCORING METRICS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56692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Velocity Metrics: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request frequencies and multiple checkout sessions to identify automated scripts.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Transaction Size Audits: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order totals that deviate significantly from standard account averages.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Geolocation &amp; Session Risk: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logins and actions across conflicting local parameters.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Smart Action Gates: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Fails, holds, or tags checkouts exceeding a safety score boundary for admin review.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0" y="1554480"/>
            <a:ext cx="4297680" cy="133502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06640" y="20116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processed immediately with automated verification.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0" y="3081528"/>
            <a:ext cx="4297680" cy="133502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3264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RISK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0" y="353872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manual administrative audit. Notification triggered.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0" y="4608576"/>
            <a:ext cx="4297680" cy="133502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47914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0" y="506577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auto-cancelled and security token suspended.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Re-engagement and Custom Alerts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ShopGenius Enterprise E-Commerce Platform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3832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ENGINE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Recovery Logs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listeners flag abandoned active baskets. The system schedules recovery actions and injects customized incentive codes (e.g. 'RECOVERY15') into client logs.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832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SYSTEM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Drop Watchers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subscribe to target price thresholds on their favorite products. If the store's catalog price drops below the trigger point, immediate user alerts are dispatched.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3832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COMMERCE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Sorting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283464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green consumer psychology by calculating a product Eco Score. The catalog uses a high-performance score filter to spotlight green products.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Java &amp; Spring Boot Core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ShopGenius Enterprise E-Commerce Platform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21 &amp; Spring Boot 3.x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foundation with virtual threads, package-by-feature architecture, and SOLID design patterns.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Data JPA &amp; PostgreSQL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data access, relational integrity checks, index optimizations, and Flyway automated schema management.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06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Session Caching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High-speed memory cache for user session persistence, active cart values, and security token blacklist states.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206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Error Handling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663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translation controllers wrapping exceptions into unified API payloads and standard HTTP statuses.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Zero-Bloat and High-Speed User Experience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ShopGenius Enterprise E-Commerce Platform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621792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DRIVEN CLIENT SHELL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5669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Vanilla Javascript Implementation: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DOM actions avoid heavy layout reconciliation steps, maximizing responsiveness.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Page Application (SPA):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Simulates routes locally using URL hash states, preventing server-side render delays.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CSS Grid Layouts: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responsive grid system with typography (Plus Jakarta Sans) and glassmorphism card skins.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0" y="1645920"/>
            <a:ext cx="42976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100ms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06640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0" y="1828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Contentful Paint ensures instantaneous page loads.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0" y="3108960"/>
            <a:ext cx="42976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0ms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0664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0" y="32918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Input Delay for rapid button interactions.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0" y="4572000"/>
            <a:ext cx="42976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4754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406640" y="5120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Score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61120" y="4754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score due to semantic HTML layouts.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Containerized Services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ShopGenius Enterprise E-Commerce Platform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 Build Runner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Compiles Spring Boot 3 dependencies, runs local verification test units, and packages into a thin JAR.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DATA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344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Database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7432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instance containing users, orders, items, and log records, structured with tables and foreign keys.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STORAGE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2104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Cache Store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27432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High-speed key-value cache cluster that keeps active carts and user session tokens off the database.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846320"/>
            <a:ext cx="106984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DEVELOPER ORCHESTRATION: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530352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entirely via 'docker-compose.yml'. Developers can spin up the full multi-container databases and caching nodes in seconds, guaranteeing development parity with production cloud settings.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Pipelines and Infrastructure as 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ShopGenius Enterprise E-Commerce Platform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5603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11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Sync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to main repository triggers automated git webhooks.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46120" y="2834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06140" y="1828800"/>
            <a:ext cx="25603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4740" y="2011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3474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Build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34740" y="28346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file compiles backend JAR and deploys assets.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20740" y="2834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80760" y="1828800"/>
            <a:ext cx="25603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011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Flyway Migration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8346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SQL runs on startup to update tables safely.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5360" y="2834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55380" y="1828800"/>
            <a:ext cx="25603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83980" y="2011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8398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Zero-Downtime Live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83980" y="28346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 verify success before switching traffic.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4754880"/>
            <a:ext cx="10698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CODE Highlights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521208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render.yaml definition: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the PostgreSQL service database and Java server automatically.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Environment Bindings: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 JWT secrets and PostgreSQL URLs directly to JVM variables, protecting keys.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VISION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ShopGenius to the Next Level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ShopGenius Enterprise E-Commerce Platform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6032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02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Agents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10896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the rule-based logic to an LLM-powered assistant (Gemini/GPT-4o via Spring AI) that handles fluid conversational bargaining.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06140" y="1645920"/>
            <a:ext cx="256032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4740" y="19202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6347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2910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3474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Payments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34740" y="310896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official Stripe and PayPal checkout flows, replacing simulated payment endpoints with production APIs.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645920"/>
            <a:ext cx="256032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9202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Carrier Sync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10896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direct connections to FedEx/UPS APIs for shipping estimations, delivery routes, and tracking maps.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55380" y="1645920"/>
            <a:ext cx="256032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83980" y="19202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89839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7834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8398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Portal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83980" y="310896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an advanced reporting interface for store admins to track profit margins and AI negotiation logs.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2026-05-30T02:40:30Z</dcterms:created>
  <dcterms:modified xsi:type="dcterms:W3CDTF">2026-05-30T02:40:30Z</dcterms:modified>
</cp:coreProperties>
</file>